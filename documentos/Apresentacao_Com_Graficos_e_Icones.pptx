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Inteligente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Integrador IV – UNIVESP</a:t>
            </a:r>
          </a:p>
        </p:txBody>
      </p:sp>
      <p:pic>
        <p:nvPicPr>
          <p:cNvPr id="4" name="Picture 3" descr="icon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1097280" cy="1091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Indicadores (KPIs)</a:t>
            </a:r>
          </a:p>
        </p:txBody>
      </p:sp>
      <p:pic>
        <p:nvPicPr>
          <p:cNvPr id="3" name="Picture 2" descr="kp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854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do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Dashboard em tempo real</a:t>
            </a:r>
          </a:p>
          <a:p>
            <a:r>
              <a:t>- Machine Learning</a:t>
            </a:r>
          </a:p>
          <a:p>
            <a:r>
              <a:t>- Relatórios automáticos</a:t>
            </a:r>
          </a:p>
        </p:txBody>
      </p:sp>
      <p:pic>
        <p:nvPicPr>
          <p:cNvPr id="4" name="Picture 3" descr="icon_si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1097280" cy="10910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