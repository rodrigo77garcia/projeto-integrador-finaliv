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Inteligente com Machine Learning para Oficinas Diesel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Integrador IV – UNIVESP</a:t>
            </a:r>
          </a:p>
          <a:p>
            <a:r>
              <a:t>Equipe GR06 –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Oficina de bombas injetoras diesel</a:t>
            </a:r>
          </a:p>
          <a:p>
            <a:r>
              <a:t>- Relatórios manuais e lentos</a:t>
            </a:r>
          </a:p>
          <a:p>
            <a:r>
              <a:t>- Falta de indicadores em tempo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Aprimorar o software com:</a:t>
            </a:r>
          </a:p>
          <a:p>
            <a:r>
              <a:t>• Análise de dados</a:t>
            </a:r>
          </a:p>
          <a:p>
            <a:r>
              <a:t>• Machine Learning</a:t>
            </a:r>
          </a:p>
          <a:p>
            <a:r>
              <a:t>• Dashboards em tempo real</a:t>
            </a:r>
          </a:p>
          <a:p>
            <a:r>
              <a:t>• Relatórios automáticos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Metodologia Mista:</a:t>
            </a:r>
          </a:p>
          <a:p>
            <a:r>
              <a:t>• Quantitativa: dados operacionais</a:t>
            </a:r>
          </a:p>
          <a:p>
            <a:r>
              <a:t>• Qualitativa: etnografia e entrevistas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Scikit-learn</a:t>
            </a:r>
          </a:p>
          <a:p>
            <a:r>
              <a:t>Google Colab</a:t>
            </a:r>
          </a:p>
          <a:p>
            <a:r>
              <a:t>Banco de Dados Relacional</a:t>
            </a:r>
          </a:p>
          <a:p>
            <a:r>
              <a:t>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Soluções Desenvolvidas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Relatórios automáticos</a:t>
            </a:r>
          </a:p>
          <a:p>
            <a:r>
              <a:t>• Dashboard interativo</a:t>
            </a:r>
          </a:p>
          <a:p>
            <a:r>
              <a:t>• KPIs financeiros e operacionais</a:t>
            </a:r>
          </a:p>
          <a:p>
            <a:r>
              <a:t>• Centralização da gestão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Árvore de Decisão: padrões de falhas</a:t>
            </a:r>
          </a:p>
          <a:p>
            <a:r>
              <a:t>Rede Neural: previsão de reclamações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Obtidos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Transparência</a:t>
            </a:r>
          </a:p>
          <a:p>
            <a:r>
              <a:t>• Redução de reclamações</a:t>
            </a:r>
          </a:p>
          <a:p>
            <a:r>
              <a:t>• Fidelização</a:t>
            </a:r>
          </a:p>
          <a:p>
            <a:r>
              <a:t>• Melhor controle interno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Solução viável, escalável e aplicável para pequenas empresas.</a:t>
            </a:r>
          </a:p>
          <a:p>
            <a:r>
              <a:t>Transformação digital da oficina.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